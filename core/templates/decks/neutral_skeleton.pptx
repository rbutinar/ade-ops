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And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left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ight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quote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attribution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mage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image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aptio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